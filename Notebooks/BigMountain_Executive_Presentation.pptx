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0D7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Fast Quads</c:v>
                  </c:pt>
                  <c:pt idx="1">
                    <c:v>Vertical Drop</c:v>
                  </c:pt>
                  <c:pt idx="2">
                    <c:v>Runs</c:v>
                  </c:pt>
                  <c:pt idx="3">
                    <c:v>Total Chairs</c:v>
                  </c:pt>
                  <c:pt idx="4">
                    <c:v>Snow Area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0.59</c:v>
                </c:pt>
                <c:pt idx="1">
                  <c:v>0.54</c:v>
                </c:pt>
                <c:pt idx="2">
                  <c:v>0.51</c:v>
                </c:pt>
                <c:pt idx="3">
                  <c:v>0.49</c:v>
                </c:pt>
                <c:pt idx="4">
                  <c:v>0.44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(USD)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C8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Current Price</c:v>
                  </c:pt>
                  <c:pt idx="1">
                    <c:v>Model Estimate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81</c:v>
                </c:pt>
                <c:pt idx="1">
                  <c:v>87.79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0"/>
            <a:ext cx="2286000" cy="201168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0"/>
            <a:ext cx="1645920" cy="2011680"/>
          </a:xfrm>
          <a:prstGeom prst="rect">
            <a:avLst/>
          </a:prstGeom>
          <a:solidFill>
            <a:srgbClr val="0A6B7C"/>
          </a:solidFill>
          <a:ln w="12700">
            <a:solidFill>
              <a:srgbClr val="0A6B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772400" y="36576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2801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Big Mountain Resort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457200" y="2103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Ticket Pricing Strategy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788920"/>
            <a:ext cx="2560320" cy="411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 |  Big Mountain Resort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35661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Situation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Resort currently prices lift tickets primarily based on market averages — not on the specific value of its own facilities.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~350,000 annual visitors and a new $1.54M cost increase on the horizon, pricing decisions can no longer rely on guesswork.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resort has no quantified understanding of which facilities drive visitor willingness to pay — leaving significant revenue on the table.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3327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~350K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846320" y="15819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visitors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194560"/>
            <a:ext cx="4023360" cy="10515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226771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$1.54M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846320" y="28163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operational cost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429000"/>
            <a:ext cx="4023360" cy="1051560"/>
          </a:xfrm>
          <a:prstGeom prst="rect">
            <a:avLst/>
          </a:prstGeom>
          <a:solidFill>
            <a:srgbClr val="B85A00"/>
          </a:solidFill>
          <a:ln w="12700">
            <a:solidFill>
              <a:srgbClr val="B85A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3502152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846320" y="40507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profit margin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 &amp; 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188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972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78992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Raise the adult weekend ticket price by $6.79 — from $81.00 to ~$87.79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371600" y="158191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model estimates $87.79 as a supported market price. Even accounting for the model's mean absolute error of ±$6.65, a price increase is justified.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2331720"/>
            <a:ext cx="2651760" cy="3200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37744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2359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Drop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0292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correlated with ticket price across all US resorts. Big Mountain's 2,353ft drop is a top-tier asset.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20040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0" y="2331720"/>
            <a:ext cx="2651760" cy="3200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128" y="2377440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9312" y="2359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Quads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33756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fast quad lifts is the single strongest predictor of price premium in the model.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3504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035040" y="2331720"/>
            <a:ext cx="2651760" cy="32004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237744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73952" y="23591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Snowmaking Area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172200" y="274320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 snow coverage matters more to visitors than total skiable terrain — driving willingness to pay.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Foundation &amp; Exploratory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09728" cy="36576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566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ski resort data across multiple states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vertical drop, runs, chairs, fast quads, snowmaking area, ticket price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wrangling: standardised column names, handled missing values via median imputation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compared to national peers across all key metrics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with Ticket Price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389120" y="1371600"/>
          <a:ext cx="4480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5029200" cy="1280160"/>
        </p:xfrm>
        <a:graphic>
          <a:graphicData uri="http://schemas.openxmlformats.org/drawingml/2006/table">
            <a:tbl>
              <a:tblPr/>
              <a:tblGrid>
                <a:gridCol w="2560320"/>
                <a:gridCol w="1234440"/>
                <a:gridCol w="12344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✓ 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±$0.27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2834640"/>
            <a:ext cx="5029200" cy="1691640"/>
          </a:xfrm>
          <a:prstGeom prst="rect">
            <a:avLst/>
          </a:prstGeom>
          <a:solidFill>
            <a:srgbClr val="E8F4F8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2834640"/>
            <a:ext cx="109728" cy="169164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2926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 tells us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310128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 model predicts Big Mountain's ticket price should be $87.79 — $6.79 above the current $81.00.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mean absolute error of ±$6.65, the model's prediction still supports a price increase — the gap exceeds the model's uncertainty.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77840" y="914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Price: Current vs. Model Estimate</a:t>
            </a:r>
            <a:endParaRPr lang="en-US" sz="13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0" y="1325880"/>
          <a:ext cx="3474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Analysis — Cost vs. Revenue Trade-offs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evaluated 4 business scenarios. Scenarios 2 &amp; 3 are recommended — they justify a price increase while covering new operating costs: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128016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5819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up to 10 least-used runs (Scenario 1)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581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 to −$0.03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9293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1 run: no price impact. Closing 2+ reduces price by ~$0.03/ticket. Closing 6+ causes a large drop. Not recommended.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235915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59152"/>
            <a:ext cx="128016" cy="749808"/>
          </a:xfrm>
          <a:prstGeom prst="rect">
            <a:avLst/>
          </a:prstGeom>
          <a:solidFill>
            <a:srgbClr val="0D7C8F"/>
          </a:solidFill>
          <a:ln w="12700">
            <a:solidFill>
              <a:srgbClr val="0D7C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323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run + extend vertical drop 150ft + 1 chair lift (Scenario 2)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432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+$0.06 / ticket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277977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per-ticket gain but adds up: ~$106,061 over the season (350K visitors × 5 days). Recommended.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0954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9544"/>
            <a:ext cx="128016" cy="749808"/>
          </a:xfrm>
          <a:prstGeom prst="rect">
            <a:avLst/>
          </a:prstGeom>
          <a:solidFill>
            <a:srgbClr val="0A6B7C"/>
          </a:solidFill>
          <a:ln w="12700">
            <a:solidFill>
              <a:srgbClr val="0A6B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826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+ 2 acres snowmaking (Scenario 3)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2826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+$0.06 / ticket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363016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outcome as Scenario 2 — extra snowmaking made no additional difference. Scenario 2 is sufficient.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E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59936"/>
            <a:ext cx="128016" cy="7498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1330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longest run 0.2 miles + 4 acres snowmaking (Scenario 4)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41330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448056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impact at all. Longest run is low in Random Forest feature importance. Not recommended.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0"/>
            <a:ext cx="2194560" cy="5143500"/>
          </a:xfrm>
          <a:prstGeom prst="rect">
            <a:avLst/>
          </a:prstGeom>
          <a:solidFill>
            <a:srgbClr val="152038"/>
          </a:solidFill>
          <a:ln w="12700">
            <a:solidFill>
              <a:srgbClr val="15203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457200"/>
            <a:ext cx="1097280" cy="109728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7772400" y="3200400"/>
            <a:ext cx="640080" cy="6400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" y="5486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Recommendation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11480" y="1234440"/>
            <a:ext cx="2560320" cy="411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11480" y="1417320"/>
            <a:ext cx="6309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Mountain currently charges $81. The Random Forest model estimates $87.79 is supportable — a $6.79 increase above current price.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mean absolute error is ±$6.65, meaning the predicted gap is real and not within the noise — a price increase is justified.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facility drivers: vertical drop, snowmaking area, total chairs, fast quads, and number of runs.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is recommended: add a run, extend vertical drop 150ft, install 1 chair lift → +$0.06/ticket, ~$106K additional revenue per season.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C8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runs carries risk — even closing 2 reduces ticket price support. Run closures should only be considered with careful visitor impact analysis.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Mountain Resort — Executive Pricing Strategy</dc:title>
  <dc:subject>PptxGenJS Presentation</dc:subject>
  <dc:creator>PptxGenJS</dc:creator>
  <cp:lastModifiedBy>PptxGenJS</cp:lastModifiedBy>
  <cp:revision>1</cp:revision>
  <dcterms:created xsi:type="dcterms:W3CDTF">2026-06-08T01:01:12Z</dcterms:created>
  <dcterms:modified xsi:type="dcterms:W3CDTF">2026-06-08T01:01:12Z</dcterms:modified>
</cp:coreProperties>
</file>